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7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3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1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1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9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64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9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9280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19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9187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7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94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6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5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247B-4E31-0DDA-6AF8-86E30C527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8097"/>
            <a:ext cx="10955594" cy="147002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30503-EF43-BE5A-0C63-737E226BA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818" y="2983579"/>
            <a:ext cx="7644581" cy="1676911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by:- Tanuja Holkar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Internship:-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Technosignia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Institute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Tools:- Power BI, Power Query, DAX</a:t>
            </a:r>
          </a:p>
        </p:txBody>
      </p:sp>
    </p:spTree>
    <p:extLst>
      <p:ext uri="{BB962C8B-B14F-4D97-AF65-F5344CB8AC3E}">
        <p14:creationId xmlns:p14="http://schemas.microsoft.com/office/powerpoint/2010/main" val="3694899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9A50-B93A-4C5B-FF9F-E76E80AB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16F93-32A7-A322-659B-6ADC65187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Analyse Amazon sales data using Power BI.</a:t>
            </a:r>
          </a:p>
          <a:p>
            <a:r>
              <a:rPr lang="en-US" dirty="0"/>
              <a:t>Clean and transform raw sales data using Power Query.</a:t>
            </a:r>
          </a:p>
          <a:p>
            <a:r>
              <a:rPr lang="en-US" dirty="0"/>
              <a:t>Build an interactive and user-friendly sales dashboard.</a:t>
            </a:r>
          </a:p>
          <a:p>
            <a:r>
              <a:rPr lang="en-US" dirty="0"/>
              <a:t>Generate business insights and recommendations to improve sales performance.</a:t>
            </a:r>
          </a:p>
          <a:p>
            <a:r>
              <a:rPr lang="en-US" dirty="0"/>
              <a:t>Support data-driven decision-making through visual reports and dashboards.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56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le_0000000036d47208986bdbed704afa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731520"/>
            <a:ext cx="6268720" cy="5394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37AEB1-6DC7-1EAD-3356-2958E6837811}"/>
              </a:ext>
            </a:extLst>
          </p:cNvPr>
          <p:cNvSpPr txBox="1"/>
          <p:nvPr/>
        </p:nvSpPr>
        <p:spPr>
          <a:xfrm>
            <a:off x="497840" y="1356524"/>
            <a:ext cx="4846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</a:t>
            </a:r>
          </a:p>
          <a:p>
            <a:pPr>
              <a:defRPr sz="1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and overall sales performance.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63C02-268C-C440-C2DA-BFE00E489075}"/>
              </a:ext>
            </a:extLst>
          </p:cNvPr>
          <p:cNvSpPr txBox="1"/>
          <p:nvPr/>
        </p:nvSpPr>
        <p:spPr>
          <a:xfrm>
            <a:off x="609600" y="2482899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sz="2000" dirty="0"/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75M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Orders: 106K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Quantity:114K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Order Value:711.67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April highest sales; Maharashtra top state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le_00000000ddec72088fec3d3069e731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31520"/>
            <a:ext cx="5943600" cy="5293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05144D-2879-11DE-8C0C-0B69D6D57A6E}"/>
              </a:ext>
            </a:extLst>
          </p:cNvPr>
          <p:cNvSpPr txBox="1"/>
          <p:nvPr/>
        </p:nvSpPr>
        <p:spPr>
          <a:xfrm>
            <a:off x="650240" y="148501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</a:p>
          <a:p>
            <a:pPr>
              <a:defRPr sz="1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Category, SKU and Size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C1D1E-8696-61EC-AB55-6199DC2269BC}"/>
              </a:ext>
            </a:extLst>
          </p:cNvPr>
          <p:cNvSpPr txBox="1"/>
          <p:nvPr/>
        </p:nvSpPr>
        <p:spPr>
          <a:xfrm>
            <a:off x="873760" y="2561679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category leads sales.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Medium/Large sizes perform best.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SKU contributes highest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411441"/>
            <a:ext cx="452078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&amp; Order Analysis</a:t>
            </a:r>
          </a:p>
          <a:p>
            <a:pPr>
              <a:defRPr sz="1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and fulfillment analysis.</a:t>
            </a:r>
          </a:p>
        </p:txBody>
      </p:sp>
      <p:pic>
        <p:nvPicPr>
          <p:cNvPr id="3" name="Picture 2" descr="file_00000000eb707208b6914f2422ede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360" y="609600"/>
            <a:ext cx="6756400" cy="5506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56A850-BFC2-0EF3-48DA-B37DAFF343A3}"/>
              </a:ext>
            </a:extLst>
          </p:cNvPr>
          <p:cNvSpPr txBox="1"/>
          <p:nvPr/>
        </p:nvSpPr>
        <p:spPr>
          <a:xfrm>
            <a:off x="792480" y="238810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Amazon.in is primary sales channel.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Shipped orders dominate.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 cancelled/pending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le_00000000a2547208870e81cb48dd8b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0" y="731520"/>
            <a:ext cx="6096000" cy="5171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0654F-B011-3EA6-82BA-27352AF91057}"/>
              </a:ext>
            </a:extLst>
          </p:cNvPr>
          <p:cNvSpPr txBox="1"/>
          <p:nvPr/>
        </p:nvSpPr>
        <p:spPr>
          <a:xfrm>
            <a:off x="169545" y="133769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&amp; Recommendations</a:t>
            </a:r>
          </a:p>
          <a:p>
            <a:pPr>
              <a:defRPr sz="14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business actions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BED3E-56D6-F2B5-FEE6-ED77F22ABD61}"/>
              </a:ext>
            </a:extLst>
          </p:cNvPr>
          <p:cNvSpPr txBox="1"/>
          <p:nvPr/>
        </p:nvSpPr>
        <p:spPr>
          <a:xfrm>
            <a:off x="558800" y="261339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US" dirty="0"/>
              <a:t>• Sales reached 75M.</a:t>
            </a:r>
          </a:p>
          <a:p>
            <a:pPr>
              <a:defRPr sz="2000"/>
            </a:pPr>
            <a:r>
              <a:rPr lang="en-US" dirty="0"/>
              <a:t>• Focus inventory on Set category.</a:t>
            </a:r>
          </a:p>
          <a:p>
            <a:pPr>
              <a:defRPr sz="2000"/>
            </a:pPr>
            <a:r>
              <a:rPr lang="en-US" dirty="0"/>
              <a:t>• Increase marketing in Maharashtra.</a:t>
            </a:r>
          </a:p>
          <a:p>
            <a:pPr>
              <a:defRPr sz="2000"/>
            </a:pPr>
            <a:r>
              <a:rPr lang="en-US" dirty="0"/>
              <a:t>• Improve low-selling categories.</a:t>
            </a:r>
          </a:p>
          <a:p>
            <a:pPr>
              <a:defRPr sz="2000"/>
            </a:pPr>
            <a:r>
              <a:rPr lang="en-US" dirty="0"/>
              <a:t>• Reduce cancelled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267B7E-CF6B-3F85-D7AC-E2F3907D55FF}"/>
              </a:ext>
            </a:extLst>
          </p:cNvPr>
          <p:cNvSpPr txBox="1"/>
          <p:nvPr/>
        </p:nvSpPr>
        <p:spPr>
          <a:xfrm>
            <a:off x="2458720" y="2238216"/>
            <a:ext cx="8077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analysed the Amazon Sales dataset using Power BI.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dashboard with KPIs, charts, and slicers.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sales trends, top-performing categories, and high-performing states.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and recommendations were provided to support better decision- 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enables stakeholders to monitor sales performance efficiently and make data-driven business decisions.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85640-B576-4E5F-14B4-A0434165CAAE}"/>
              </a:ext>
            </a:extLst>
          </p:cNvPr>
          <p:cNvSpPr txBox="1"/>
          <p:nvPr/>
        </p:nvSpPr>
        <p:spPr>
          <a:xfrm>
            <a:off x="4429760" y="904240"/>
            <a:ext cx="271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</TotalTime>
  <Words>265</Words>
  <Application>Microsoft Office PowerPoint</Application>
  <PresentationFormat>Custom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Wisp</vt:lpstr>
      <vt:lpstr>Amazon Sales Analytics Dashboard</vt:lpstr>
      <vt:lpstr>Project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TANUJA HOLKAR</dc:creator>
  <cp:keywords/>
  <dc:description>generated using python-pptx</dc:description>
  <cp:lastModifiedBy>Tanuja Holkar</cp:lastModifiedBy>
  <cp:revision>2</cp:revision>
  <dcterms:created xsi:type="dcterms:W3CDTF">2013-01-27T09:14:16Z</dcterms:created>
  <dcterms:modified xsi:type="dcterms:W3CDTF">2026-07-02T08:33:44Z</dcterms:modified>
  <cp:category/>
</cp:coreProperties>
</file>